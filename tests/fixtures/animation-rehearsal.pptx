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4040-BBF5-3DB2-42E1-0134219D4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62215-A171-3F85-9A43-E9C57D1C0E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6755C-80DC-537A-10E1-12E5B4A6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3532B-53A1-4AED-8A66-7CEBB8FEBA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34BAF-9FB9-6DD2-404C-43595FF33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4E92D-C13D-31BB-97C2-078709BAF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A527B-5E26-4134-BA24-48571C307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14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A5DAF-3088-484A-14A2-E78D7B7B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EF17-61E8-8C99-95BF-38B920937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9D6E3-70D5-6BEE-AE7D-B079EDF0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3532B-53A1-4AED-8A66-7CEBB8FEBA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A2810-11ED-0CD3-4B6B-C4AA8E737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2B6EC-203A-ABC1-743A-659FCF8DB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A527B-5E26-4134-BA24-48571C307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2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73CD4-C391-4105-8F57-C480AA5FA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65F42-650A-1E96-81A7-8D8625657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2876D-C9DF-58E0-9941-E3F0C1F1C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3532B-53A1-4AED-8A66-7CEBB8FEBA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5DE4D-4F89-BB56-1B89-DA49DDE6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E91DD-5E4B-203F-5104-2939FB3B9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A527B-5E26-4134-BA24-48571C307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5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64CBA-8080-8AA2-B513-E10BEA0CF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8F362-8D78-5023-2408-57C493975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A3F73-ADB2-E6DE-C6F6-EE4BC3C98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63845-17B3-9F0B-F978-FCEB25CDF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3532B-53A1-4AED-8A66-7CEBB8FEBA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092FB-124A-FCB6-BBC6-DCABAACE9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BF6A1-9F05-2A70-9C99-A31E6F9F7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A527B-5E26-4134-BA24-48571C307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48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BBC59-51C0-94C0-794D-E9950BD9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102A9-69AA-D8A4-86E5-E6E89C8E4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39C69-950E-24A5-E246-3D05A9E14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4D9400-5E8C-AE09-1CA9-417EAD162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39528C-C28B-986D-886F-CA5C82277D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DD41F-E118-5562-C0F6-A30D540E4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3532B-53A1-4AED-8A66-7CEBB8FEBA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E139AF-9BD8-6D74-6355-4AC982C45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925A16-DCB2-F9D7-802E-DAF1F7B91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A527B-5E26-4134-BA24-48571C307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665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8067D-5E03-582C-6058-E89B95F2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0514B-3850-E0AF-9472-CDE79FDED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3532B-53A1-4AED-8A66-7CEBB8FEBA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1B03A-9A1D-85D9-4FD1-DEEDD11D3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403517-3DB3-D4ED-24C1-D993BDC49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A527B-5E26-4134-BA24-48571C307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21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271AB3-FCD5-2173-BEBB-30DE8E27F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3532B-53A1-4AED-8A66-7CEBB8FEBA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66AF8-7008-923B-9131-CDA09BA14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651A6-C5EB-D434-5F56-7CE887B44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A527B-5E26-4134-BA24-48571C307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8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D8E66-7F86-49F8-346D-0B0EB039F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178B3-C2F4-7B57-1BED-C26AE58E7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3C49E-606A-2DFB-C9FE-8A85634CB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711D0-1E9B-7B9C-7B41-8E2605B1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3532B-53A1-4AED-8A66-7CEBB8FEBA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CD210-7164-F0F8-714C-CB340B912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5EF5B-9049-2B8C-66DE-D25DC9254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A527B-5E26-4134-BA24-48571C307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56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D549F-382D-522F-F3FF-61DB6550F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889D99-E3E9-5A9A-0047-764B58CDE05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FB508-CD19-0F77-E971-F0ED911AF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473BD-23E5-94D3-F1FB-3C2F358AE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3532B-53A1-4AED-8A66-7CEBB8FEBA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40B27-C2C2-F2B2-317E-54AAD3143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5D38A-AB2C-83ED-770F-5040176E1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A527B-5E26-4134-BA24-48571C307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7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B8F3C-C052-FE1B-EA0B-ABC9171B8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18FAEC-259A-EDF5-8C6E-4C3CD23C8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1C053-AC26-1937-FEBF-13C6CDDC6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3532B-53A1-4AED-8A66-7CEBB8FEBA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1B121-305F-B8C0-8031-7F3AF63B8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73407-205D-5D78-9E2C-7F2011FD8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A527B-5E26-4134-BA24-48571C307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79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D91DE7-420D-C54F-A0AA-D8890252C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CB6BB-B8ED-0EFA-6FB0-173BAAD5F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1807D-30D0-FAC3-DDE1-0514ABB4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3532B-53A1-4AED-8A66-7CEBB8FEBA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A6509-A6E3-1D1D-9F3C-ADC8CE59E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C171E-C89C-D863-A0C7-FB80C2238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A527B-5E26-4134-BA24-48571C307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14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AB9A2C-28F5-E21D-400B-0C09B998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A1A06-E2F0-B1D0-24EF-681168FFA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9DBFA-6694-EEDA-CCD4-4AEEF81CF9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3532B-53A1-4AED-8A66-7CEBB8FEBA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F0DA6-7130-E7EB-CCF2-0A83C0D90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39A1D-5585-AEEB-C111-1253D8270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A527B-5E26-4134-BA24-48571C307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0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456900-A83D-65DB-FE1A-BB38B4DA71A1}"/>
              </a:ext>
            </a:extLst>
          </p:cNvPr>
          <p:cNvSpPr txBox="1"/>
          <p:nvPr/>
        </p:nvSpPr>
        <p:spPr>
          <a:xfrm>
            <a:off x="635000" y="508000"/>
            <a:ext cx="1079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/>
              <a:t>Animation test - press Next twice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AAED4-BD21-7FA6-10D6-5DD02F4CBFAB}"/>
              </a:ext>
            </a:extLst>
          </p:cNvPr>
          <p:cNvSpPr txBox="1"/>
          <p:nvPr/>
        </p:nvSpPr>
        <p:spPr>
          <a:xfrm>
            <a:off x="762000" y="1651000"/>
            <a:ext cx="1066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/>
              <a:t>Reveal 1 - this appears on click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B4B5BD-5DF6-A1F3-69F6-F38098564191}"/>
              </a:ext>
            </a:extLst>
          </p:cNvPr>
          <p:cNvSpPr txBox="1"/>
          <p:nvPr/>
        </p:nvSpPr>
        <p:spPr>
          <a:xfrm>
            <a:off x="762000" y="3175000"/>
            <a:ext cx="1066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/>
              <a:t>Reveal 2 - this appears on click 2</a:t>
            </a:r>
          </a:p>
        </p:txBody>
      </p:sp>
    </p:spTree>
    <p:extLst>
      <p:ext uri="{BB962C8B-B14F-4D97-AF65-F5344CB8AC3E}">
        <p14:creationId xmlns:p14="http://schemas.microsoft.com/office/powerpoint/2010/main" val="145537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0200AA-63E6-DF62-7B5D-B5CD2423B966}"/>
              </a:ext>
            </a:extLst>
          </p:cNvPr>
          <p:cNvSpPr txBox="1"/>
          <p:nvPr/>
        </p:nvSpPr>
        <p:spPr>
          <a:xfrm>
            <a:off x="762000" y="2032000"/>
            <a:ext cx="10668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/>
              <a:t>Slide 2 - animations and slides stay in sync</a:t>
            </a:r>
          </a:p>
        </p:txBody>
      </p:sp>
    </p:spTree>
    <p:extLst>
      <p:ext uri="{BB962C8B-B14F-4D97-AF65-F5344CB8AC3E}">
        <p14:creationId xmlns:p14="http://schemas.microsoft.com/office/powerpoint/2010/main" val="4136747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Custom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>
  <dc:title>Theater Simple animation rehearsal</dc:title>
  <dc:creator>Theater Simple</dc:creator>
  <cp:lastModifiedBy>Theater Simple</cp:lastModifiedBy>
</cp:coreProperties>
</file>